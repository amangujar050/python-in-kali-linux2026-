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316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50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843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740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1775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5527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6974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1859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121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3289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260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3466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391943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35237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4620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630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9583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38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12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617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657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69480" y="3657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657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3657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3657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00584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100584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100584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100584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100584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64592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164592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164592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64592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64592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28600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228600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28600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28600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228600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92608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92608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292608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92440" y="292608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292608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35661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35661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35661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35661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3566160"/>
            <a:ext cx="73152" cy="73152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4592" y="0"/>
            <a:ext cx="8979408" cy="38404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657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Shaheed University Lyari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Spam Detector Tool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457200" y="2606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Cybersecurity Tool for Kali Linux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57200" y="3246120"/>
            <a:ext cx="5029200" cy="45720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3324675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• Analyze • Protect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17920" y="4773168"/>
            <a:ext cx="2788920" cy="3474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36208" y="4791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Gujar</a:t>
            </a: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(B2533012)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Spam?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Shaheed University Lyari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0" y="4773168"/>
            <a:ext cx="2788920" cy="3474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4791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Gujar</a:t>
            </a: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(B2533012)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91440" cy="43662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2412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is any unsolicited or unwanted digital message — usually sent in bulk — to deceive, advertise, or compromise the recipient's security.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2743200" cy="265176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57400"/>
            <a:ext cx="2743200" cy="640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📧  Email Spam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Unsolicited emails promoting products, scams, or malicious links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057400"/>
            <a:ext cx="2743200" cy="265176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057400"/>
            <a:ext cx="274320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🎣  Phishing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67004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messages impersonating banks, PayPal, or Google to steal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057400"/>
            <a:ext cx="2743200" cy="265176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057400"/>
            <a:ext cx="2743200" cy="64008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 Scam Messages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67004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wins, fake prizes, and get-rich-quick schemes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-403167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 billion spam emails are sent every single day worldwide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is Spam Dangerous?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Shaheed University Lyari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0" y="4773168"/>
            <a:ext cx="2788920" cy="3474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4791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Gujar</a:t>
            </a: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(B2533012)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651760" cy="137160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960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$10B+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email fraud annually (USA)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137160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960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malware is delivered via email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51760" cy="137160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1627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fall for phishing attempts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292608" cy="384048"/>
          </a:xfrm>
          <a:prstGeom prst="rect">
            <a:avLst/>
          </a:prstGeom>
          <a:solidFill>
            <a:srgbClr val="FF6B6B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46888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 Theft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25054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steal personal info like passwords, SSNs, and credit cards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90672"/>
            <a:ext cx="292608" cy="384048"/>
          </a:xfrm>
          <a:prstGeom prst="rect">
            <a:avLst/>
          </a:prstGeom>
          <a:solidFill>
            <a:srgbClr val="FF6B6B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090672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Malware &amp; Viruses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54680" y="31272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spam links can install keyloggers, ransomware, or trojans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292608" cy="384048"/>
          </a:xfrm>
          <a:prstGeom prst="rect">
            <a:avLst/>
          </a:prstGeom>
          <a:solidFill>
            <a:srgbClr val="FF6B6B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71246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730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Loss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54680" y="37490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invoice scams and bank phishing drain bank accounts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334256"/>
            <a:ext cx="292608" cy="384048"/>
          </a:xfrm>
          <a:prstGeom prst="rect">
            <a:avLst/>
          </a:prstGeom>
          <a:solidFill>
            <a:srgbClr val="FF6B6B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433425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352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 Takeover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54680" y="43708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harvesting allows attackers to hijack your accounts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Tool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Shaheed University Lyari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0" y="4773168"/>
            <a:ext cx="2788920" cy="3474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4791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Gujar</a:t>
            </a: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(B2533012)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005840"/>
            <a:ext cx="1005840" cy="1005840"/>
          </a:xfrm>
          <a:prstGeom prst="ellipse">
            <a:avLst/>
          </a:prstGeom>
          <a:solidFill>
            <a:srgbClr val="00D4AA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message,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text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67712" y="1472184"/>
            <a:ext cx="237744" cy="7315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2" name="Text 10"/>
          <p:cNvSpPr/>
          <p:nvPr/>
        </p:nvSpPr>
        <p:spPr>
          <a:xfrm>
            <a:off x="2304288" y="138988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35808" y="1005840"/>
            <a:ext cx="1005840" cy="1005840"/>
          </a:xfrm>
          <a:prstGeom prst="ellipse">
            <a:avLst/>
          </a:prstGeom>
          <a:solidFill>
            <a:srgbClr val="FFD93D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35808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87168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87168" y="25420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URLs,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detected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472184"/>
            <a:ext cx="237744" cy="7315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8" name="Text 16"/>
          <p:cNvSpPr/>
          <p:nvPr/>
        </p:nvSpPr>
        <p:spPr>
          <a:xfrm>
            <a:off x="4425696" y="138988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57216" y="1005840"/>
            <a:ext cx="1005840" cy="1005840"/>
          </a:xfrm>
          <a:prstGeom prst="ellipse">
            <a:avLst/>
          </a:prstGeom>
          <a:solidFill>
            <a:srgbClr val="FF9E43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57216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08576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E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08576" y="25420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0–100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10528" y="1472184"/>
            <a:ext cx="237744" cy="7315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4" name="Text 22"/>
          <p:cNvSpPr/>
          <p:nvPr/>
        </p:nvSpPr>
        <p:spPr>
          <a:xfrm>
            <a:off x="6547104" y="138988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78624" y="1005840"/>
            <a:ext cx="1005840" cy="1005840"/>
          </a:xfrm>
          <a:prstGeom prst="ellipse">
            <a:avLst/>
          </a:prstGeom>
          <a:solidFill>
            <a:srgbClr val="FF6B6B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78624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729984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VERDICT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9984" y="25420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/ Suspicious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Spam result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32964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LAYERS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3544" y="3630168"/>
            <a:ext cx="91440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1124712" y="3639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Keyword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3855443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spam keywords across 7 categories with weighted scoring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767328"/>
            <a:ext cx="91440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5001768" y="3776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URL Detection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01768" y="39684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phishing links, suspicious TLDs, and IP-based URLs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23544" y="4197096"/>
            <a:ext cx="91440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7" name="Text 35"/>
          <p:cNvSpPr/>
          <p:nvPr/>
        </p:nvSpPr>
        <p:spPr>
          <a:xfrm>
            <a:off x="1124712" y="42062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Heuristic Rules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" y="44074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ratio, exclamation count, dollar signs, repeated words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4334256"/>
            <a:ext cx="91440" cy="38404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5001768" y="4343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Matching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01768" y="453542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detection of fake brand domains and URL shorteners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Spam Keyword Categories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Shaheed University Lyari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0" y="4773168"/>
            <a:ext cx="2788920" cy="3474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4791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Gujar</a:t>
            </a: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(B2533012)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011680" cy="16916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2011680" cy="7315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Financial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069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×3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money, lottery, win prize, bank account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960120"/>
            <a:ext cx="2011680" cy="16916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960120"/>
            <a:ext cx="201168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Urgency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1069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×2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143560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now, limited time, expires, last chance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2011680" cy="16916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960120"/>
            <a:ext cx="2011680" cy="73152"/>
          </a:xfrm>
          <a:prstGeom prst="rect">
            <a:avLst/>
          </a:prstGeom>
          <a:solidFill>
            <a:srgbClr val="FF9E43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E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🖱️ Clickbait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069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×2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43560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here, visit our website, verify your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960120"/>
            <a:ext cx="2011680" cy="16916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960120"/>
            <a:ext cx="201168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💊 Medical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10698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×3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143560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weight, miracle cure, no prescription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2011680" cy="16916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26080"/>
            <a:ext cx="201168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🕵️ Identity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37360" y="3035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×4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340156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suspended, social security, reset password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14600" y="2926080"/>
            <a:ext cx="2011680" cy="16916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14600" y="2926080"/>
            <a:ext cx="201168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260604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🎁 Offers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3035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×1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06040" y="340156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congratulations, % off, free trial, bonus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926080"/>
            <a:ext cx="2011680" cy="16916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926080"/>
            <a:ext cx="2011680" cy="7315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72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🔞 Adult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0358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Weight: ×4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3401568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xxx, adult content, singles near you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0" y="46409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Higher weight = more impact on the final spam score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Spam Scoring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Shaheed University Lyari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35883" y="4773168"/>
            <a:ext cx="2481348" cy="3474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4791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Gujar</a:t>
            </a: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(B2533012)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19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00200" y="1115568"/>
            <a:ext cx="7132320" cy="2560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1115568"/>
            <a:ext cx="1371600" cy="256032"/>
          </a:xfrm>
          <a:prstGeom prst="rect">
            <a:avLst/>
          </a:prstGeom>
          <a:solidFill>
            <a:srgbClr val="22C55E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11064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LIKELY CLEAN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7739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– 39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00200" y="1883664"/>
            <a:ext cx="7132320" cy="2560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1883664"/>
            <a:ext cx="2286000" cy="256032"/>
          </a:xfrm>
          <a:prstGeom prst="rect">
            <a:avLst/>
          </a:prstGeom>
          <a:solidFill>
            <a:srgbClr val="86EFAC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9164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POSSIBLY SUSPICIOUS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542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– 59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00200" y="2651760"/>
            <a:ext cx="7132320" cy="2560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2651760"/>
            <a:ext cx="4114800" cy="256032"/>
          </a:xfrm>
          <a:prstGeom prst="rect">
            <a:avLst/>
          </a:prstGeom>
          <a:solidFill>
            <a:srgbClr val="EAB308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91640" y="26426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SUSPICIOUS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310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– 79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00200" y="3419856"/>
            <a:ext cx="7132320" cy="2560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3419856"/>
            <a:ext cx="5943600" cy="256032"/>
          </a:xfrm>
          <a:prstGeom prst="rect">
            <a:avLst/>
          </a:prstGeom>
          <a:solidFill>
            <a:srgbClr val="F97316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91640" y="3410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LIKELY SPAM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0782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– 100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00200" y="4187952"/>
            <a:ext cx="7132320" cy="25603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5" name="Shape 23"/>
          <p:cNvSpPr/>
          <p:nvPr/>
        </p:nvSpPr>
        <p:spPr>
          <a:xfrm>
            <a:off x="1600200" y="4187952"/>
            <a:ext cx="7132320" cy="256032"/>
          </a:xfrm>
          <a:prstGeom prst="rect">
            <a:avLst/>
          </a:prstGeom>
          <a:solidFill>
            <a:srgbClr val="EF4444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691640" y="4178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DEFINITE SPAM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— Sample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Shaheed University Lyari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0" y="4773168"/>
            <a:ext cx="2788920" cy="3474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4791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Gujar</a:t>
            </a: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(B2533012)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023360" cy="386791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402336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🔴  SPAM MESSAGE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"CONGRATULATIONS!!! You have WON $1,000,000! Click here NOW to claim your prize before it expires! Verify your bank account at http://192.168.1.1/fake-paypal.php Act IMMEDIATELY!!!"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3749040" cy="36576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SPAM SCORE:  76 / 100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Verdict: 🟠 LIKELY SPAM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free money, lottery, click here, bank account, act immediately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Phishing URL detected!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4023360" cy="386791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868680"/>
            <a:ext cx="40233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CLEAN MESSAGE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 John, just wanted to follow up on our meeting yesterday. Let me know if you have any questions about the project timeline. Thanks."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788920"/>
            <a:ext cx="3749040" cy="36576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SPAM SCORE:   0 / 100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Verdict: ✅ LIKELY CLEAN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spam keywords found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suspicious URLs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CAPS ratio (2.4%)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exclamation marks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World Use Cases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Shaheed University Lyari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0" y="4773168"/>
            <a:ext cx="2788920" cy="3474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36208" y="4791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Gujar</a:t>
            </a: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(B2533012)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43200" cy="173736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27432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698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78408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Schools &amp; Universities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spam emails from student inboxes. Train students to recognize phishing.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960120"/>
            <a:ext cx="2743200" cy="173736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960120"/>
            <a:ext cx="2743200" cy="7315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0698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22776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Corporate Security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16002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defense for IT teams. Pre-screen suspicious emails before users open them.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960120"/>
            <a:ext cx="2743200" cy="173736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960120"/>
            <a:ext cx="274320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0216" y="10698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67144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Cybersecurity Research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5936" y="160020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spam campaigns, study patterns, build better ML training datasets.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743200" cy="173736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26080"/>
            <a:ext cx="2743200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78408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Penetration Testing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5661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users can test if their own phishing simulations would be flagged.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64408" y="2926080"/>
            <a:ext cx="2743200" cy="173736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64408" y="2926080"/>
            <a:ext cx="27432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3355848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22776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Protection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01568" y="35661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scan suspicious SMS or email before clicking any link or attachment.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08776" y="2926080"/>
            <a:ext cx="2743200" cy="173736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08776" y="2926080"/>
            <a:ext cx="27432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6300216" y="30358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67144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 / Scripting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45936" y="35661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scripts with -f flag to batch scan email exports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27432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7432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27432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86868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86868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86868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46304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146304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146304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05740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205740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5740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265176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265176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65176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24612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324612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24612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0" y="384048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0" y="384048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84048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443484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443484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4434840"/>
            <a:ext cx="91440" cy="91440"/>
          </a:xfrm>
          <a:prstGeom prst="ellipse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-274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Benazir Bhutto Shaheed University Lyari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36208" y="4736592"/>
            <a:ext cx="2788920" cy="3474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36208" y="4791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Gujar</a:t>
            </a: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(B2533012)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777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4000" dirty="0"/>
          </a:p>
        </p:txBody>
      </p:sp>
      <p:sp>
        <p:nvSpPr>
          <p:cNvPr id="33" name="Shape 31"/>
          <p:cNvSpPr/>
          <p:nvPr/>
        </p:nvSpPr>
        <p:spPr>
          <a:xfrm>
            <a:off x="457200" y="1874520"/>
            <a:ext cx="73152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18745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is a serious cybersecurity threat affecting billions daily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2404872"/>
            <a:ext cx="73152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240487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tool detects spam using keywords, URLs, and heuristic analysis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2935224"/>
            <a:ext cx="73152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293522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100% offline — no internet or libraries needed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3465576"/>
            <a:ext cx="73152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46557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 — runs on any Kali Linux system with Python 3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3995928"/>
            <a:ext cx="73152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399592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usage modes: interactive, quick text, file, and batch analysis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4709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</TotalTime>
  <Words>825</Words>
  <Application>Microsoft Office PowerPoint</Application>
  <PresentationFormat>On-screen Show (16:9)</PresentationFormat>
  <Paragraphs>162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Detector Tool - Kali Linux</dc:title>
  <dc:subject>PptxGenJS Presentation</dc:subject>
  <dc:creator>Cybersecurity Presentation</dc:creator>
  <cp:lastModifiedBy>Mega</cp:lastModifiedBy>
  <cp:revision>8</cp:revision>
  <dcterms:created xsi:type="dcterms:W3CDTF">2026-04-19T06:58:22Z</dcterms:created>
  <dcterms:modified xsi:type="dcterms:W3CDTF">2026-04-19T07:09:50Z</dcterms:modified>
</cp:coreProperties>
</file>